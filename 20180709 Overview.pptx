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9C30-48FC-426E-8234-91BA3B5A1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2246A0-D357-4EB6-AAE5-15333536F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67429-6844-4A93-8535-76BB94DD3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BB7B-FD6A-4D93-84B5-C808F966B87E}" type="datetimeFigureOut">
              <a:rPr lang="en-US" smtClean="0"/>
              <a:t>11/10/2018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5232A-F719-4B40-83CC-7C62F601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8A8CB-32AE-40CA-9101-D58B1ECA3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3683D-A311-47EE-8C1B-20BB1DF7B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1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B823A-A51B-4C09-AC26-C085BA4BA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70493-0690-4FA7-889B-CDA4B8E26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EA61B-0F17-4679-8C47-1373E473E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BB7B-FD6A-4D93-84B5-C808F966B87E}" type="datetimeFigureOut">
              <a:rPr lang="en-US" smtClean="0"/>
              <a:t>11/10/2018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6AAF6-407B-4564-9BE4-2F13F3097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5C4B-4244-413F-9773-6C7CC8340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3683D-A311-47EE-8C1B-20BB1DF7B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6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E0583-8C76-42D4-94BA-61F951FB2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A7A75-A807-416E-B676-60DE6D082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457A5-B9B8-4817-848A-451907ECF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BB7B-FD6A-4D93-84B5-C808F966B87E}" type="datetimeFigureOut">
              <a:rPr lang="en-US" smtClean="0"/>
              <a:t>11/10/2018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DA8CD-5B2A-4B1D-BF94-EFF938FD4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4C234-F877-44C4-8D26-85158FA02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3683D-A311-47EE-8C1B-20BB1DF7B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3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FD17-FB40-4826-A73B-31486FA6C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EF249-E537-45FD-B768-F4E122E9A9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45625-D3B8-4387-A26C-85194CBEB0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C8E24-0F6A-4A46-884D-90BAA80E3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BB7B-FD6A-4D93-84B5-C808F966B87E}" type="datetimeFigureOut">
              <a:rPr lang="en-US" smtClean="0"/>
              <a:t>11/10/2018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7D1A3-6FF0-46AB-8F5D-BDF27FEFB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65A92-D25E-4D21-873A-03FC946EF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3683D-A311-47EE-8C1B-20BB1DF7B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33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0332-F9F1-433F-83F6-C8D6950B0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696D0-13DE-479C-80F6-5F61FDF66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11EE8-0765-439D-A58B-FA6717F18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6775C0-0B7E-45F1-BF07-13E319DDE6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A3BBBC-1FAC-4857-9C3C-0F3988AA4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D114A3-92B7-4263-9B0E-2CF50D90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BB7B-FD6A-4D93-84B5-C808F966B87E}" type="datetimeFigureOut">
              <a:rPr lang="en-US" smtClean="0"/>
              <a:t>11/10/2018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C932E0-C8FF-482D-88F9-CF4B90F50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05FB4A-A136-4675-A26A-958DCEDA8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3683D-A311-47EE-8C1B-20BB1DF7B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0C99F-F68D-4CFA-8A40-2893AB2AE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715D3-0CA4-4068-A106-69EFF8110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BB7B-FD6A-4D93-84B5-C808F966B87E}" type="datetimeFigureOut">
              <a:rPr lang="en-US" smtClean="0"/>
              <a:t>11/10/2018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6176A-4CFA-4C67-ABDB-8C7A0EA68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065FD-FC1D-4C9B-8CC5-E2C59D6D8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3683D-A311-47EE-8C1B-20BB1DF7B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32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43B6CD-431B-49A7-8D55-4BFE0984D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BB7B-FD6A-4D93-84B5-C808F966B87E}" type="datetimeFigureOut">
              <a:rPr lang="en-US" smtClean="0"/>
              <a:t>11/10/2018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217CB4-06B3-4556-B946-4A6CB6958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F5852-95A1-4A45-A4A3-9DD36E4FC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3683D-A311-47EE-8C1B-20BB1DF7B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74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70D82-40FD-4495-AFD1-08625983E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7914A-5B17-4FDD-8F78-AB3D88EBB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7D31F-5A0B-40B6-9550-7A6A776A3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7BDCE-223B-4D9B-873E-280A6E9CB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BB7B-FD6A-4D93-84B5-C808F966B87E}" type="datetimeFigureOut">
              <a:rPr lang="en-US" smtClean="0"/>
              <a:t>11/10/2018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6086D-3680-4719-9C2A-6885FF64E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FF6FF-032D-41B1-B549-6D705264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3683D-A311-47EE-8C1B-20BB1DF7B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715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22794-C080-40F6-874A-61145F720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034428-7235-4B5A-99B1-5804C05C3E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3A680-C48F-4FAD-92BE-4E21CAB9B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A90DD-1833-4CBD-BA04-78217FD6B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BB7B-FD6A-4D93-84B5-C808F966B87E}" type="datetimeFigureOut">
              <a:rPr lang="en-US" smtClean="0"/>
              <a:t>11/10/2018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1DCE6-76F8-4F1D-8328-439A00E64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3C5C8-9C9A-4F0B-9B90-C73016530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3683D-A311-47EE-8C1B-20BB1DF7B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92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8F88-E080-4DD0-B528-2B7B54807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296D15-8F49-4694-BA9B-B790F0C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3FF76-6757-40F3-BCD0-46266F1D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BB7B-FD6A-4D93-84B5-C808F966B87E}" type="datetimeFigureOut">
              <a:rPr lang="en-US" smtClean="0"/>
              <a:t>11/10/2018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A0432-BA4C-4821-BF30-A8F7A2F7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7B2B9-E59D-423B-9648-837C57ED4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3683D-A311-47EE-8C1B-20BB1DF7B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269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0516FF-F194-4CE0-BEA6-C926CF2CF7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BE659-5EF6-4634-87C9-B419AB868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53CEE-2992-4D0E-9162-DBEA900C6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3BB7B-FD6A-4D93-84B5-C808F966B87E}" type="datetimeFigureOut">
              <a:rPr lang="en-US" smtClean="0"/>
              <a:t>11/10/2018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B9A30-EC9A-4FE9-841E-8AFA728E1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03B88-E953-405F-89CF-B5C423BE6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3683D-A311-47EE-8C1B-20BB1DF7B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51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408F6-E77C-466F-8DC2-BE064521A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1D905-0016-4905-ADC6-916B65383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921DC-333D-425F-B879-35BF29FFB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3BB7B-FD6A-4D93-84B5-C808F966B87E}" type="datetimeFigureOut">
              <a:rPr lang="en-US" smtClean="0"/>
              <a:t>11/10/2018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40EBC-216B-409B-B970-FD7A4539D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BB32A-529D-4251-BF20-486D77068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3683D-A311-47EE-8C1B-20BB1DF7B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27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759C-13C9-414F-920B-0C5F6DC91E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Cortex Inspired Spatial Processing Algorithm v2.0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0A673-1B48-4887-BC41-131D534D8B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2018/9/7</a:t>
            </a:r>
          </a:p>
          <a:p>
            <a:r>
              <a:rPr lang="en-US" dirty="0"/>
              <a:t>Kenny Chou</a:t>
            </a:r>
          </a:p>
        </p:txBody>
      </p:sp>
    </p:spTree>
    <p:extLst>
      <p:ext uri="{BB962C8B-B14F-4D97-AF65-F5344CB8AC3E}">
        <p14:creationId xmlns:p14="http://schemas.microsoft.com/office/powerpoint/2010/main" val="134895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37AA-56D4-4B0C-95A1-B5F3E9D3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8"/>
            <a:ext cx="10515600" cy="1325563"/>
          </a:xfrm>
        </p:spPr>
        <p:txBody>
          <a:bodyPr/>
          <a:lstStyle/>
          <a:p>
            <a:r>
              <a:rPr lang="en-US" dirty="0"/>
              <a:t>Change 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CFB17-0617-4902-9C9D-0F2D1A48C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122"/>
            <a:ext cx="10515600" cy="4351338"/>
          </a:xfrm>
        </p:spPr>
        <p:txBody>
          <a:bodyPr/>
          <a:lstStyle/>
          <a:p>
            <a:r>
              <a:rPr lang="en-US" dirty="0"/>
              <a:t>Peripheral Filtering: </a:t>
            </a:r>
          </a:p>
          <a:p>
            <a:pPr lvl="1"/>
            <a:r>
              <a:rPr lang="en-US" dirty="0"/>
              <a:t>Changed to 64 </a:t>
            </a:r>
            <a:r>
              <a:rPr lang="en-US" dirty="0" err="1"/>
              <a:t>freq</a:t>
            </a:r>
            <a:r>
              <a:rPr lang="en-US" dirty="0"/>
              <a:t> channels</a:t>
            </a:r>
          </a:p>
          <a:p>
            <a:pPr lvl="1"/>
            <a:r>
              <a:rPr lang="en-US" dirty="0"/>
              <a:t>Increased </a:t>
            </a:r>
            <a:r>
              <a:rPr lang="en-US" dirty="0" err="1"/>
              <a:t>freq</a:t>
            </a:r>
            <a:r>
              <a:rPr lang="en-US" dirty="0"/>
              <a:t> range to [150,8000] Hz</a:t>
            </a:r>
          </a:p>
          <a:p>
            <a:r>
              <a:rPr lang="en-US" dirty="0"/>
              <a:t>IC Model</a:t>
            </a:r>
          </a:p>
          <a:p>
            <a:pPr lvl="1"/>
            <a:r>
              <a:rPr lang="en-US" dirty="0"/>
              <a:t>Modified FR function (input-output curve)</a:t>
            </a:r>
          </a:p>
        </p:txBody>
      </p:sp>
    </p:spTree>
    <p:extLst>
      <p:ext uri="{BB962C8B-B14F-4D97-AF65-F5344CB8AC3E}">
        <p14:creationId xmlns:p14="http://schemas.microsoft.com/office/powerpoint/2010/main" val="2791309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37AA-56D4-4B0C-95A1-B5F3E9D3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8"/>
            <a:ext cx="10515600" cy="1325563"/>
          </a:xfrm>
        </p:spPr>
        <p:txBody>
          <a:bodyPr/>
          <a:lstStyle/>
          <a:p>
            <a:r>
              <a:rPr lang="en-US" dirty="0"/>
              <a:t>Change 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CFB17-0617-4902-9C9D-0F2D1A48C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122"/>
            <a:ext cx="4692445" cy="4351338"/>
          </a:xfrm>
        </p:spPr>
        <p:txBody>
          <a:bodyPr/>
          <a:lstStyle/>
          <a:p>
            <a:r>
              <a:rPr lang="en-US" dirty="0"/>
              <a:t>Peripheral Filtering: </a:t>
            </a:r>
          </a:p>
          <a:p>
            <a:pPr lvl="1"/>
            <a:r>
              <a:rPr lang="en-US" dirty="0"/>
              <a:t>Changed to 64 </a:t>
            </a:r>
            <a:r>
              <a:rPr lang="en-US" dirty="0" err="1"/>
              <a:t>freq</a:t>
            </a:r>
            <a:r>
              <a:rPr lang="en-US" dirty="0"/>
              <a:t> channels</a:t>
            </a:r>
          </a:p>
          <a:p>
            <a:pPr lvl="1"/>
            <a:r>
              <a:rPr lang="en-US" dirty="0"/>
              <a:t>Increased </a:t>
            </a:r>
            <a:r>
              <a:rPr lang="en-US" dirty="0" err="1"/>
              <a:t>freq</a:t>
            </a:r>
            <a:r>
              <a:rPr lang="en-US" dirty="0"/>
              <a:t> range to [150,8000] Hz</a:t>
            </a:r>
          </a:p>
          <a:p>
            <a:r>
              <a:rPr lang="en-US" dirty="0"/>
              <a:t>IC Model</a:t>
            </a:r>
          </a:p>
          <a:p>
            <a:pPr lvl="1"/>
            <a:r>
              <a:rPr lang="en-US" dirty="0"/>
              <a:t>Modified FR function</a:t>
            </a:r>
          </a:p>
          <a:p>
            <a:pPr lvl="1"/>
            <a:r>
              <a:rPr lang="en-US" dirty="0"/>
              <a:t>Blue: Old</a:t>
            </a:r>
          </a:p>
          <a:p>
            <a:pPr lvl="1"/>
            <a:r>
              <a:rPr lang="en-US" dirty="0"/>
              <a:t>Red : New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1F4E3F-E853-4842-AD72-A2131CDF5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794" y="1624320"/>
            <a:ext cx="5782926" cy="434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825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37AA-56D4-4B0C-95A1-B5F3E9D3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8"/>
            <a:ext cx="10515600" cy="1325563"/>
          </a:xfrm>
        </p:spPr>
        <p:txBody>
          <a:bodyPr/>
          <a:lstStyle/>
          <a:p>
            <a:r>
              <a:rPr lang="en-US" dirty="0"/>
              <a:t>Change 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CFB17-0617-4902-9C9D-0F2D1A48C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122"/>
            <a:ext cx="4692445" cy="4351338"/>
          </a:xfrm>
        </p:spPr>
        <p:txBody>
          <a:bodyPr/>
          <a:lstStyle/>
          <a:p>
            <a:r>
              <a:rPr lang="en-US" dirty="0"/>
              <a:t>Peripheral Filtering: </a:t>
            </a:r>
          </a:p>
          <a:p>
            <a:pPr lvl="1"/>
            <a:r>
              <a:rPr lang="en-US" dirty="0"/>
              <a:t>Changed to 64 </a:t>
            </a:r>
            <a:r>
              <a:rPr lang="en-US" dirty="0" err="1"/>
              <a:t>freq</a:t>
            </a:r>
            <a:r>
              <a:rPr lang="en-US" dirty="0"/>
              <a:t> channels</a:t>
            </a:r>
          </a:p>
          <a:p>
            <a:pPr lvl="1"/>
            <a:r>
              <a:rPr lang="en-US" dirty="0"/>
              <a:t>Increased </a:t>
            </a:r>
            <a:r>
              <a:rPr lang="en-US" dirty="0" err="1"/>
              <a:t>freq</a:t>
            </a:r>
            <a:r>
              <a:rPr lang="en-US" dirty="0"/>
              <a:t> range to [150,8000] Hz</a:t>
            </a:r>
          </a:p>
          <a:p>
            <a:r>
              <a:rPr lang="en-US" dirty="0"/>
              <a:t>IC Model</a:t>
            </a:r>
          </a:p>
          <a:p>
            <a:pPr lvl="1"/>
            <a:r>
              <a:rPr lang="en-US" dirty="0"/>
              <a:t>Modified FR function</a:t>
            </a:r>
          </a:p>
          <a:p>
            <a:pPr lvl="1"/>
            <a:r>
              <a:rPr lang="en-US" dirty="0"/>
              <a:t>FR Pattern: Before -&gt;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9F2E69D8-FB0A-4C5C-90A2-A9F3BB663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972" y="1661191"/>
            <a:ext cx="5443300" cy="408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682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17893448-B17A-4937-B535-D165153B8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708" y="1661191"/>
            <a:ext cx="5677828" cy="42629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2537AA-56D4-4B0C-95A1-B5F3E9D3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8"/>
            <a:ext cx="10515600" cy="1325563"/>
          </a:xfrm>
        </p:spPr>
        <p:txBody>
          <a:bodyPr/>
          <a:lstStyle/>
          <a:p>
            <a:r>
              <a:rPr lang="en-US" dirty="0"/>
              <a:t>Change 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CFB17-0617-4902-9C9D-0F2D1A48C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122"/>
            <a:ext cx="4692445" cy="4351338"/>
          </a:xfrm>
        </p:spPr>
        <p:txBody>
          <a:bodyPr/>
          <a:lstStyle/>
          <a:p>
            <a:r>
              <a:rPr lang="en-US" dirty="0"/>
              <a:t>Peripheral Filtering: </a:t>
            </a:r>
          </a:p>
          <a:p>
            <a:pPr lvl="1"/>
            <a:r>
              <a:rPr lang="en-US" dirty="0"/>
              <a:t>Changed to 64 </a:t>
            </a:r>
            <a:r>
              <a:rPr lang="en-US" dirty="0" err="1"/>
              <a:t>freq</a:t>
            </a:r>
            <a:r>
              <a:rPr lang="en-US" dirty="0"/>
              <a:t> channels</a:t>
            </a:r>
          </a:p>
          <a:p>
            <a:pPr lvl="1"/>
            <a:r>
              <a:rPr lang="en-US" dirty="0"/>
              <a:t>Increased </a:t>
            </a:r>
            <a:r>
              <a:rPr lang="en-US" dirty="0" err="1"/>
              <a:t>freq</a:t>
            </a:r>
            <a:r>
              <a:rPr lang="en-US" dirty="0"/>
              <a:t> range to [150,8000] Hz</a:t>
            </a:r>
          </a:p>
          <a:p>
            <a:r>
              <a:rPr lang="en-US" dirty="0"/>
              <a:t>IC Model</a:t>
            </a:r>
          </a:p>
          <a:p>
            <a:pPr lvl="1"/>
            <a:r>
              <a:rPr lang="en-US" dirty="0"/>
              <a:t>Modified FR function</a:t>
            </a:r>
          </a:p>
          <a:p>
            <a:pPr lvl="1"/>
            <a:r>
              <a:rPr lang="en-US" dirty="0"/>
              <a:t>FR Pattern: After -&gt;</a:t>
            </a:r>
          </a:p>
        </p:txBody>
      </p:sp>
    </p:spTree>
    <p:extLst>
      <p:ext uri="{BB962C8B-B14F-4D97-AF65-F5344CB8AC3E}">
        <p14:creationId xmlns:p14="http://schemas.microsoft.com/office/powerpoint/2010/main" val="2825057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537AA-56D4-4B0C-95A1-B5F3E9D3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8"/>
            <a:ext cx="10515600" cy="1325563"/>
          </a:xfrm>
        </p:spPr>
        <p:txBody>
          <a:bodyPr/>
          <a:lstStyle/>
          <a:p>
            <a:r>
              <a:rPr lang="en-US" dirty="0"/>
              <a:t>Change 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CFB17-0617-4902-9C9D-0F2D1A48C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55121"/>
            <a:ext cx="10515599" cy="479640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Peripheral Filtering: </a:t>
            </a:r>
          </a:p>
          <a:p>
            <a:pPr lvl="1"/>
            <a:r>
              <a:rPr lang="en-US" dirty="0"/>
              <a:t>Changed from 36 to 64 </a:t>
            </a:r>
            <a:r>
              <a:rPr lang="en-US" dirty="0" err="1"/>
              <a:t>freq</a:t>
            </a:r>
            <a:r>
              <a:rPr lang="en-US" dirty="0"/>
              <a:t> channels</a:t>
            </a:r>
          </a:p>
          <a:p>
            <a:pPr lvl="1"/>
            <a:r>
              <a:rPr lang="en-US" dirty="0"/>
              <a:t>Increased </a:t>
            </a:r>
            <a:r>
              <a:rPr lang="en-US" dirty="0" err="1"/>
              <a:t>freq</a:t>
            </a:r>
            <a:r>
              <a:rPr lang="en-US" dirty="0"/>
              <a:t> range to [150,8000] Hz</a:t>
            </a:r>
          </a:p>
          <a:p>
            <a:r>
              <a:rPr lang="en-US" dirty="0"/>
              <a:t>IC Model</a:t>
            </a:r>
          </a:p>
          <a:p>
            <a:pPr lvl="1"/>
            <a:r>
              <a:rPr lang="en-US" dirty="0"/>
              <a:t>Modified FR function</a:t>
            </a:r>
          </a:p>
          <a:p>
            <a:r>
              <a:rPr lang="en-US" dirty="0"/>
              <a:t>Added Lateral Inhibition Network</a:t>
            </a:r>
          </a:p>
          <a:p>
            <a:pPr lvl="1"/>
            <a:r>
              <a:rPr lang="en-US" dirty="0"/>
              <a:t>Need to optimize Parameter</a:t>
            </a:r>
          </a:p>
          <a:p>
            <a:r>
              <a:rPr lang="en-US" dirty="0"/>
              <a:t>Cortical Model</a:t>
            </a:r>
          </a:p>
          <a:p>
            <a:pPr lvl="1"/>
            <a:r>
              <a:rPr lang="en-US" dirty="0" err="1"/>
              <a:t>DynaSim</a:t>
            </a:r>
            <a:r>
              <a:rPr lang="en-US" dirty="0"/>
              <a:t> Implementation</a:t>
            </a:r>
          </a:p>
          <a:p>
            <a:r>
              <a:rPr lang="en-US" dirty="0"/>
              <a:t>Reconstruction</a:t>
            </a:r>
          </a:p>
          <a:p>
            <a:pPr lvl="1"/>
            <a:r>
              <a:rPr lang="en-US" dirty="0"/>
              <a:t>Changed from Linear Reconstruction to FR-based Mask Estimation</a:t>
            </a:r>
          </a:p>
          <a:p>
            <a:r>
              <a:rPr lang="en-US" dirty="0"/>
              <a:t>Post Processing</a:t>
            </a:r>
          </a:p>
          <a:p>
            <a:pPr lvl="1"/>
            <a:r>
              <a:rPr lang="en-US" dirty="0"/>
              <a:t>Added Post Processing Modules (in progress)</a:t>
            </a:r>
          </a:p>
        </p:txBody>
      </p:sp>
    </p:spTree>
    <p:extLst>
      <p:ext uri="{BB962C8B-B14F-4D97-AF65-F5344CB8AC3E}">
        <p14:creationId xmlns:p14="http://schemas.microsoft.com/office/powerpoint/2010/main" val="782049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177</Words>
  <Application>Microsoft Office PowerPoint</Application>
  <PresentationFormat>Widescreen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Cortex Inspired Spatial Processing Algorithm v2.0</vt:lpstr>
      <vt:lpstr>Change Log</vt:lpstr>
      <vt:lpstr>Change Log</vt:lpstr>
      <vt:lpstr>Change Log</vt:lpstr>
      <vt:lpstr>Change Log</vt:lpstr>
      <vt:lpstr>Change Log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Cortex Inspired Spatial Processing Algorithm v2.0</dc:title>
  <dc:creator>Kenny C</dc:creator>
  <cp:lastModifiedBy>Kenny</cp:lastModifiedBy>
  <cp:revision>5</cp:revision>
  <dcterms:created xsi:type="dcterms:W3CDTF">2018-09-07T17:58:04Z</dcterms:created>
  <dcterms:modified xsi:type="dcterms:W3CDTF">2018-11-10T21:29:39Z</dcterms:modified>
</cp:coreProperties>
</file>