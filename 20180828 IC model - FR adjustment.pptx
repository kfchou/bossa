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8199-6465-4438-9BFB-7B0F6CC3E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08744-C20D-4040-83FD-E0F3DE1DB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039DB-F18A-416C-A759-296070EA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11887-B5EB-4D24-B41B-B89386CF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17B2E-B4A6-4395-8C04-935696E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6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7D9D-4AA0-4AAC-8B30-F81BB321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DB18-B20A-4A19-BF0E-CBF0504AB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BCC8D-CB24-4151-8BA8-0C12594B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27CE0-EEC8-40D3-9171-96512CA4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F8B89-86C2-4FD2-923D-C06C905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72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EB00-6C4D-4620-9E48-142F0D67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7AB65-1A5B-486A-9F99-0DB18BF86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ACF0C-5053-45F8-85A7-5C821AB8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90B4-596A-44D5-B1BA-2E779948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D7B65-EC5F-4BF7-98FF-4C87EA35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3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7F52-DE36-4EBF-B3C3-C05D7AA7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A1E8-C942-4BF6-A76B-7E3569A4D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B91AD-C0F1-4DE6-BB37-D84BA819F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2C91D-4E02-4C9A-BE52-A14BCCDB7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6503B-E4FA-42FC-B080-EA2A1B07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340CA-277B-45FE-9034-620FA569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6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2873-A443-47D6-95BD-78BCDA09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0AA0A-44CC-4C37-BAB9-2E3A866CD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0140D-8152-4597-9B14-59282A962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90BD8-4B4A-46F7-A1FA-BC7FB036C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8DC6D-89C5-4DDE-98EB-941BDC2B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DFEF6-F10D-4C8E-8C87-E2672A99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F6DF4-0E22-408F-8276-99C6ED99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5EEA5-AD3E-4F82-AB18-C66AF99D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1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A31E-FD59-46DB-AC84-8894F82D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DA432-5418-4633-9EBC-0D52AA9F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1A562-08F1-4956-A2EB-FBBBDEA5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C5E13-B8DE-40B4-83F5-9558127E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5B142-4082-4351-A8EC-61C438BE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1DCC8-CF22-4CFA-9EEE-2BD6DB82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7364-6170-47FE-86B3-2830C3C3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7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5E6E-410D-4FAF-B6BE-A7DDAA6E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7B82-59C9-483A-983D-D14B5328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ECD34-DE13-4E22-B0B8-5A810B8E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830A9-1F78-473F-89C2-B0B92C6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8201A-2490-46FB-8CC3-86353D46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1D960-198B-4F60-A625-06C79570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8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5597-530D-4C80-978E-C401DA48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75440-95D0-4309-B515-86952786C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54816-95CC-4F86-912F-D22535BEB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82A37-CE90-48A5-9978-B3A88562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8243B-6FE1-4A8D-840B-4BADD0F3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3ECE2-53E2-45DC-887E-B7EFBF31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0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812D-9ECE-4AE4-B257-B499CD0B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316D6-0C2A-447E-AAD8-643C1C216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174AD-0321-405F-9115-09C469DA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CCFA2-F79D-4FB3-B741-3CA1C95F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374DA-C79A-48DB-91C4-D77B7BB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7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85B3C-9B1C-4E8B-BEBB-B99128816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BD751-B6AF-407E-8435-9D729109F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023A-290E-4B9A-BD80-AB222A24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E4C5F-5F51-489F-992D-920359B0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58D3-F31B-4D3C-82EC-6D85889B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A8004-E401-47CA-B5D5-C8FE5694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237B8-956D-4A25-A21E-2B1AF6D70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90129-DA63-4C8B-AC21-A0BF6DE6F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97FCA-F280-440B-B158-97AA9236BB2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A53C6-5CA0-4B86-B41A-902BA7980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50F74-78B3-4543-A69D-F6C2F64FA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97E36-7AAD-4A58-B385-A0419CA3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1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8231-A5A6-42E3-8BF1-CC5E4E00CD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Debugging &amp; Modifying Fischer IC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47986-F51B-494E-B319-C49897D5A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Changing input-output nonlinearity to modify the firing rates at the output </a:t>
            </a:r>
            <a:r>
              <a:rPr lang="en-US"/>
              <a:t>of the model</a:t>
            </a:r>
          </a:p>
        </p:txBody>
      </p:sp>
    </p:spTree>
    <p:extLst>
      <p:ext uri="{BB962C8B-B14F-4D97-AF65-F5344CB8AC3E}">
        <p14:creationId xmlns:p14="http://schemas.microsoft.com/office/powerpoint/2010/main" val="276649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7B5D-AF9D-4DC9-9C82-80A45E36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0EFC6-4517-41D7-8C63-2EAB909E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Impart binaural cues (if starting with a mono signal)</a:t>
            </a:r>
          </a:p>
          <a:p>
            <a:pPr marL="514350" indent="-514350">
              <a:buAutoNum type="arabicPeriod"/>
            </a:pPr>
            <a:r>
              <a:rPr lang="en-US" dirty="0"/>
              <a:t>Filter each channel with ERB </a:t>
            </a:r>
            <a:r>
              <a:rPr lang="en-US" dirty="0" err="1"/>
              <a:t>filterbank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Calculate “localization parameters”</a:t>
            </a:r>
          </a:p>
          <a:p>
            <a:pPr marL="514350" indent="-514350">
              <a:buAutoNum type="arabicPeriod"/>
            </a:pPr>
            <a:r>
              <a:rPr lang="en-US" dirty="0"/>
              <a:t>IC model</a:t>
            </a:r>
          </a:p>
        </p:txBody>
      </p:sp>
    </p:spTree>
    <p:extLst>
      <p:ext uri="{BB962C8B-B14F-4D97-AF65-F5344CB8AC3E}">
        <p14:creationId xmlns:p14="http://schemas.microsoft.com/office/powerpoint/2010/main" val="172692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79C4-4F1D-4DDD-A5E1-1FDCC77C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 Params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AF78E-83C5-4755-84F4-E5C2C9AF1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360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Preferred ITD: .8:.4:-.8 milliseconds</a:t>
            </a:r>
          </a:p>
          <a:p>
            <a:pPr marL="0" indent="0">
              <a:buNone/>
            </a:pPr>
            <a:r>
              <a:rPr lang="en-US" dirty="0"/>
              <a:t>	Assume 5 neurons, with preferred ITD being .8, .4, 0, -.4, -.8 seconds.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NP: neuron parameters – calculated by Fischer et al. Hard Coded.</a:t>
            </a:r>
          </a:p>
          <a:p>
            <a:pPr marL="0" indent="0">
              <a:buNone/>
            </a:pPr>
            <a:r>
              <a:rPr lang="en-US" dirty="0"/>
              <a:t>	sigmoid – based on ILD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Side: Left (-1), Right (1), or middle (0)</a:t>
            </a:r>
          </a:p>
        </p:txBody>
      </p:sp>
    </p:spTree>
    <p:extLst>
      <p:ext uri="{BB962C8B-B14F-4D97-AF65-F5344CB8AC3E}">
        <p14:creationId xmlns:p14="http://schemas.microsoft.com/office/powerpoint/2010/main" val="353546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C280-3EBD-4DCF-8FF0-F8DED2A9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7E35-FD9C-493A-ABD2-EF68076CA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Compute binaural cues</a:t>
            </a:r>
          </a:p>
          <a:p>
            <a:pPr marL="514350" indent="-514350">
              <a:buAutoNum type="arabicPeriod"/>
            </a:pPr>
            <a:r>
              <a:rPr lang="en-US" dirty="0"/>
              <a:t>Calculate FR</a:t>
            </a:r>
          </a:p>
          <a:p>
            <a:pPr marL="514350" indent="-514350">
              <a:buAutoNum type="arabicPeriod"/>
            </a:pPr>
            <a:r>
              <a:rPr lang="en-US" dirty="0"/>
              <a:t>Spike Generator</a:t>
            </a:r>
          </a:p>
        </p:txBody>
      </p:sp>
    </p:spTree>
    <p:extLst>
      <p:ext uri="{BB962C8B-B14F-4D97-AF65-F5344CB8AC3E}">
        <p14:creationId xmlns:p14="http://schemas.microsoft.com/office/powerpoint/2010/main" val="12129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0B05-BC93-419A-B1E0-83A66F84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94C0D6-2033-4E98-B898-1E801A8F3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1492" y="2195749"/>
            <a:ext cx="4055625" cy="304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01636-6039-4FF6-BD74-CFBFBB57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02" y="2195749"/>
            <a:ext cx="4055625" cy="304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731314-C0BE-42CE-BE72-73EB25DC2255}"/>
              </a:ext>
            </a:extLst>
          </p:cNvPr>
          <p:cNvSpPr txBox="1"/>
          <p:nvPr/>
        </p:nvSpPr>
        <p:spPr>
          <a:xfrm>
            <a:off x="5537248" y="1826417"/>
            <a:ext cx="14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‘S’ in </a:t>
            </a:r>
            <a:r>
              <a:rPr lang="en-US" dirty="0" err="1"/>
              <a:t>ICcl.mat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2217BA-905B-4F92-8D9B-518D8BF29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75" y="2223739"/>
            <a:ext cx="4055625" cy="304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253915-0660-4AEE-A79F-34191E346BFF}"/>
              </a:ext>
            </a:extLst>
          </p:cNvPr>
          <p:cNvSpPr txBox="1"/>
          <p:nvPr/>
        </p:nvSpPr>
        <p:spPr>
          <a:xfrm>
            <a:off x="9559466" y="1854407"/>
            <a:ext cx="113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Firing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16075-0899-4775-A5CE-6501E6CA9C7E}"/>
              </a:ext>
            </a:extLst>
          </p:cNvPr>
          <p:cNvSpPr txBox="1"/>
          <p:nvPr/>
        </p:nvSpPr>
        <p:spPr>
          <a:xfrm>
            <a:off x="9559466" y="5219029"/>
            <a:ext cx="120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Saturated?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C5C17-732C-47E9-8A06-B4F3C5C0305B}"/>
              </a:ext>
            </a:extLst>
          </p:cNvPr>
          <p:cNvSpPr txBox="1"/>
          <p:nvPr/>
        </p:nvSpPr>
        <p:spPr>
          <a:xfrm>
            <a:off x="1750554" y="1854407"/>
            <a:ext cx="198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 model 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23792-75FC-4672-991A-C8698029D831}"/>
              </a:ext>
            </a:extLst>
          </p:cNvPr>
          <p:cNvSpPr txBox="1"/>
          <p:nvPr/>
        </p:nvSpPr>
        <p:spPr>
          <a:xfrm>
            <a:off x="1295296" y="5212759"/>
            <a:ext cx="258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ERB-Filtered Spectrogram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C1DBE-051E-49BB-8C48-2B8867126E2C}"/>
              </a:ext>
            </a:extLst>
          </p:cNvPr>
          <p:cNvSpPr txBox="1"/>
          <p:nvPr/>
        </p:nvSpPr>
        <p:spPr>
          <a:xfrm>
            <a:off x="4943790" y="5212759"/>
            <a:ext cx="281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Processed input to IC model</a:t>
            </a:r>
          </a:p>
        </p:txBody>
      </p:sp>
    </p:spTree>
    <p:extLst>
      <p:ext uri="{BB962C8B-B14F-4D97-AF65-F5344CB8AC3E}">
        <p14:creationId xmlns:p14="http://schemas.microsoft.com/office/powerpoint/2010/main" val="390936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0EAA-3977-400D-AFC4-C95933C1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steep sigmoidal FR curve….?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D9BF8-6162-4A93-915B-FB0E1B0B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3799"/>
            <a:ext cx="5774421" cy="433548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23461C-0949-4567-8C5E-C227AA717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0803" y="1761610"/>
            <a:ext cx="4753923" cy="433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7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4768-1C10-4ABB-8B24-2B3D92EE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8C60294-9C88-46F9-8CA5-A4AD6BC6C8BD}"/>
                  </a:ext>
                </a:extLst>
              </p:cNvPr>
              <p:cNvSpPr/>
              <p:nvPr/>
            </p:nvSpPr>
            <p:spPr>
              <a:xfrm>
                <a:off x="1541102" y="1644242"/>
                <a:ext cx="3026854" cy="805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8C60294-9C88-46F9-8CA5-A4AD6BC6C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102" y="1644242"/>
                <a:ext cx="3026854" cy="8057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39BB2B-0C28-4D30-8ADD-EC2B20585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887673"/>
              </p:ext>
            </p:extLst>
          </p:nvPr>
        </p:nvGraphicFramePr>
        <p:xfrm>
          <a:off x="838202" y="2856199"/>
          <a:ext cx="572121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02">
                  <a:extLst>
                    <a:ext uri="{9D8B030D-6E8A-4147-A177-3AD203B41FA5}">
                      <a16:colId xmlns:a16="http://schemas.microsoft.com/office/drawing/2014/main" val="2528513617"/>
                    </a:ext>
                  </a:extLst>
                </a:gridCol>
                <a:gridCol w="2852485">
                  <a:extLst>
                    <a:ext uri="{9D8B030D-6E8A-4147-A177-3AD203B41FA5}">
                      <a16:colId xmlns:a16="http://schemas.microsoft.com/office/drawing/2014/main" val="1093525905"/>
                    </a:ext>
                  </a:extLst>
                </a:gridCol>
                <a:gridCol w="1530631">
                  <a:extLst>
                    <a:ext uri="{9D8B030D-6E8A-4147-A177-3AD203B41FA5}">
                      <a16:colId xmlns:a16="http://schemas.microsoft.com/office/drawing/2014/main" val="502684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Fischer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76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Value/Dynamic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 </a:t>
                      </a:r>
                      <a:r>
                        <a:rPr lang="en-US" dirty="0" err="1"/>
                        <a:t>ish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1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Steepness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21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Center of Sigmoid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56.2153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925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3A29FC4-D0E0-485B-A36F-A257682A7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420" y="1362269"/>
            <a:ext cx="5782926" cy="43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47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2F09-8F2B-43D4-A9DC-82F06A8C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FR (with k = 0.04)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0E325C-0E61-466E-A196-B9EB43800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82" y="2080727"/>
            <a:ext cx="5443300" cy="4086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8C98F9-5312-4522-BD6E-ED37FD10D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36" y="2080727"/>
            <a:ext cx="5454455" cy="408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5E086D-B4DC-495F-8612-5EC578CAF29D}"/>
              </a:ext>
            </a:extLst>
          </p:cNvPr>
          <p:cNvSpPr txBox="1"/>
          <p:nvPr/>
        </p:nvSpPr>
        <p:spPr>
          <a:xfrm>
            <a:off x="2584924" y="196681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0.4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D8243-E9C2-47BC-8642-2251B10A276B}"/>
              </a:ext>
            </a:extLst>
          </p:cNvPr>
          <p:cNvSpPr txBox="1"/>
          <p:nvPr/>
        </p:nvSpPr>
        <p:spPr>
          <a:xfrm>
            <a:off x="7972927" y="1959429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0.04</a:t>
            </a:r>
          </a:p>
        </p:txBody>
      </p:sp>
    </p:spTree>
    <p:extLst>
      <p:ext uri="{BB962C8B-B14F-4D97-AF65-F5344CB8AC3E}">
        <p14:creationId xmlns:p14="http://schemas.microsoft.com/office/powerpoint/2010/main" val="390148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60CA-02BA-4576-8BA9-968E0D27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Perhaps a more linear function should be used (rather than sigmoid)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EC3DA7AE-07FC-49C1-B512-ECF74FDED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175" y="1873078"/>
            <a:ext cx="5943560" cy="4462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C330F-495C-465D-9330-18144343FEBA}"/>
              </a:ext>
            </a:extLst>
          </p:cNvPr>
          <p:cNvSpPr txBox="1"/>
          <p:nvPr/>
        </p:nvSpPr>
        <p:spPr>
          <a:xfrm>
            <a:off x="3503942" y="4973215"/>
            <a:ext cx="278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Membrane potential is proportional to current?</a:t>
            </a:r>
          </a:p>
        </p:txBody>
      </p:sp>
    </p:spTree>
    <p:extLst>
      <p:ext uri="{BB962C8B-B14F-4D97-AF65-F5344CB8AC3E}">
        <p14:creationId xmlns:p14="http://schemas.microsoft.com/office/powerpoint/2010/main" val="310580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38B0-A5D8-48FC-85CF-1F4DEFE8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4EA360-2928-46FC-B887-FE46EC8BA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1536787"/>
            <a:ext cx="5780315" cy="4339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32947-771F-404E-BABA-06C53B0A0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7" y="1690688"/>
            <a:ext cx="5454455" cy="408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E0C627-0F6D-4DA1-B027-C19C2A9321C2}"/>
              </a:ext>
            </a:extLst>
          </p:cNvPr>
          <p:cNvSpPr txBox="1"/>
          <p:nvPr/>
        </p:nvSpPr>
        <p:spPr>
          <a:xfrm>
            <a:off x="2458536" y="160451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0.04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56B0C-AE7A-4761-AA5A-5D37768DEA2F}"/>
              </a:ext>
            </a:extLst>
          </p:cNvPr>
          <p:cNvSpPr txBox="1"/>
          <p:nvPr/>
        </p:nvSpPr>
        <p:spPr>
          <a:xfrm>
            <a:off x="2374345" y="6055568"/>
            <a:ext cx="696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Step: How does each representation affect subsequent processing?</a:t>
            </a:r>
          </a:p>
        </p:txBody>
      </p:sp>
    </p:spTree>
    <p:extLst>
      <p:ext uri="{BB962C8B-B14F-4D97-AF65-F5344CB8AC3E}">
        <p14:creationId xmlns:p14="http://schemas.microsoft.com/office/powerpoint/2010/main" val="404343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F583-CA11-4A74-B8CF-55A2804A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Spike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57D4-8B63-4FF6-9D70-3EC98EAC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Fischer Model</a:t>
            </a:r>
          </a:p>
          <a:p>
            <a:r>
              <a:rPr lang="en-US" dirty="0"/>
              <a:t>If </a:t>
            </a:r>
            <a:r>
              <a:rPr lang="en-US" dirty="0" err="1"/>
              <a:t>fr</a:t>
            </a:r>
            <a:r>
              <a:rPr lang="en-US" dirty="0"/>
              <a:t> &gt; threshold &amp;&amp; not in refractory period, spike</a:t>
            </a:r>
          </a:p>
          <a:p>
            <a:r>
              <a:rPr lang="en-US" dirty="0"/>
              <a:t>But this produces spikes independent of firing rate</a:t>
            </a:r>
          </a:p>
          <a:p>
            <a:r>
              <a:rPr lang="en-US" dirty="0"/>
              <a:t>Which is ok because firing rate was all or none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My fudged model</a:t>
            </a:r>
          </a:p>
          <a:p>
            <a:r>
              <a:rPr lang="en-US" dirty="0"/>
              <a:t>Dynamic Range is determined in </a:t>
            </a:r>
            <a:r>
              <a:rPr lang="en-US" dirty="0" err="1"/>
              <a:t>genSigmoidActivities.m</a:t>
            </a:r>
            <a:endParaRPr lang="en-US" dirty="0"/>
          </a:p>
          <a:p>
            <a:r>
              <a:rPr lang="en-US" dirty="0"/>
              <a:t>Spikes can phase lock up to 2 kHz?</a:t>
            </a:r>
          </a:p>
          <a:p>
            <a:r>
              <a:rPr lang="en-US" dirty="0"/>
              <a:t>Scale Dynamic Range to maximum of 1000 spikes / second (not quite 2khz but that’s ok)</a:t>
            </a:r>
          </a:p>
          <a:p>
            <a:r>
              <a:rPr lang="en-US" dirty="0"/>
              <a:t>If </a:t>
            </a:r>
            <a:r>
              <a:rPr lang="en-US" dirty="0" err="1"/>
              <a:t>fr</a:t>
            </a:r>
            <a:r>
              <a:rPr lang="en-US" dirty="0"/>
              <a:t> * rand &gt; threshold (50hz)</a:t>
            </a:r>
          </a:p>
        </p:txBody>
      </p:sp>
    </p:spTree>
    <p:extLst>
      <p:ext uri="{BB962C8B-B14F-4D97-AF65-F5344CB8AC3E}">
        <p14:creationId xmlns:p14="http://schemas.microsoft.com/office/powerpoint/2010/main" val="2043585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0FCF73-7786-4E7F-983A-BA4C4C4700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Now Spike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Firing Rate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0FCF73-7786-4E7F-983A-BA4C4C470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1DB64E-3842-47CA-B7DA-E226DF232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85632" y="2740052"/>
            <a:ext cx="4055625" cy="304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129EB-3C7D-47FE-8ED6-F5C80A34B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266" y="2740052"/>
            <a:ext cx="4055625" cy="304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0C035-55D5-4E0D-9F80-0E44A35C0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530" y="2740052"/>
            <a:ext cx="4055625" cy="30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1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6398</TotalTime>
  <Words>254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Debugging &amp; Modifying Fischer IC Model</vt:lpstr>
      <vt:lpstr>Pseudocode</vt:lpstr>
      <vt:lpstr>Localization Params</vt:lpstr>
      <vt:lpstr>IC Model</vt:lpstr>
      <vt:lpstr>Input</vt:lpstr>
      <vt:lpstr>A very steep sigmoidal FR curve….?</vt:lpstr>
      <vt:lpstr>Logistic Functions</vt:lpstr>
      <vt:lpstr>Modified FR (with k = 0.04)</vt:lpstr>
      <vt:lpstr>Perhaps a more linear function should be used (rather than sigmoid)</vt:lpstr>
      <vt:lpstr>PowerPoint Presentation</vt:lpstr>
      <vt:lpstr>Spike Generation</vt:lpstr>
      <vt:lpstr>Now Spike Mask ≈ Firing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 Fischer IC Model</dc:title>
  <dc:creator>Kenny C</dc:creator>
  <cp:lastModifiedBy>Kenny C</cp:lastModifiedBy>
  <cp:revision>20</cp:revision>
  <dcterms:created xsi:type="dcterms:W3CDTF">2018-08-28T19:07:10Z</dcterms:created>
  <dcterms:modified xsi:type="dcterms:W3CDTF">2018-11-30T22:08:35Z</dcterms:modified>
</cp:coreProperties>
</file>